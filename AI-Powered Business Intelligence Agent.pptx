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8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4179" y="1917292"/>
            <a:ext cx="6715432" cy="2407820"/>
          </a:xfrm>
        </p:spPr>
        <p:txBody>
          <a:bodyPr>
            <a:noAutofit/>
          </a:bodyPr>
          <a:lstStyle/>
          <a:p>
            <a:r>
              <a:rPr lang="en-IN" sz="5400" dirty="0"/>
              <a:t>AI-Powered Business Intelligence Agent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139" y="4672739"/>
            <a:ext cx="6269347" cy="1216784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000" dirty="0"/>
              <a:t>Subject: MGNM521 – Disruptive Technologies </a:t>
            </a:r>
          </a:p>
          <a:p>
            <a:pPr>
              <a:lnSpc>
                <a:spcPct val="100000"/>
              </a:lnSpc>
            </a:pPr>
            <a:r>
              <a:rPr lang="en-US" sz="1000" dirty="0"/>
              <a:t>Subash R - 12500554 </a:t>
            </a:r>
          </a:p>
          <a:p>
            <a:pPr>
              <a:lnSpc>
                <a:spcPct val="100000"/>
              </a:lnSpc>
            </a:pPr>
            <a:r>
              <a:rPr lang="en-US" sz="1000" dirty="0"/>
              <a:t>Faculty Name – Dr. Arun Khatri</a:t>
            </a:r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07/05/2026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FE7C9-5987-89EE-2F4D-11A4F514D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2C63C-4288-ACF1-889C-6162E0C6F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Organizations receive massive amounts of customer feedback through reviews and social media. Manual analysis is inefficient and does not provide real-time business intelligence.</a:t>
            </a:r>
          </a:p>
          <a:p>
            <a:pPr>
              <a:lnSpc>
                <a:spcPct val="120000"/>
              </a:lnSpc>
            </a:pPr>
            <a:r>
              <a:rPr lang="en-US" b="1" dirty="0"/>
              <a:t>Objectives: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Develop an AI-powered system that: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Analyzes customer sentiment 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Identifies complaints and strengths 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Generates business insights 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Provides chatbot interaction 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Visualizes trends using Power BI or Python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90870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541F8-A304-474F-8F5D-26BBBCA52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82C02-0CC7-5DB4-A971-5199DF9A7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386371"/>
            <a:ext cx="4639736" cy="2932881"/>
          </a:xfrm>
        </p:spPr>
        <p:txBody>
          <a:bodyPr/>
          <a:lstStyle/>
          <a:p>
            <a:r>
              <a:rPr lang="en-US" b="1" dirty="0"/>
              <a:t>Dataset Details: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10,000+ records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Review text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Product ID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Ratings (1–5)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Time-based review data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59CFE-98E4-A022-2564-0F081637C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5944" y="2541721"/>
            <a:ext cx="4639736" cy="2578920"/>
          </a:xfrm>
        </p:spPr>
        <p:txBody>
          <a:bodyPr/>
          <a:lstStyle/>
          <a:p>
            <a:r>
              <a:rPr lang="en-US" b="1" dirty="0"/>
              <a:t>Preprocessing: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Removed null values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Text cleaning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Stopword</a:t>
            </a:r>
            <a:r>
              <a:rPr lang="en-US" dirty="0"/>
              <a:t> removal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Sentiment labeling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B561A-CA43-C538-71FF-35C860485033}"/>
              </a:ext>
            </a:extLst>
          </p:cNvPr>
          <p:cNvSpPr txBox="1"/>
          <p:nvPr/>
        </p:nvSpPr>
        <p:spPr>
          <a:xfrm>
            <a:off x="1097279" y="1986116"/>
            <a:ext cx="6050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 Used</a:t>
            </a:r>
            <a:r>
              <a:rPr lang="en-US" dirty="0"/>
              <a:t>: </a:t>
            </a:r>
            <a:r>
              <a:rPr lang="en-IN" dirty="0"/>
              <a:t>Amazon Fine Food Reviews Dataset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481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346E80-490B-C23D-DD34-4FE69B9E9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06" y="871589"/>
            <a:ext cx="11700387" cy="48142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8E3601-A1BF-9DE4-2167-E9012CC4F87F}"/>
              </a:ext>
            </a:extLst>
          </p:cNvPr>
          <p:cNvSpPr txBox="1"/>
          <p:nvPr/>
        </p:nvSpPr>
        <p:spPr>
          <a:xfrm>
            <a:off x="235974" y="196645"/>
            <a:ext cx="5083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Snap of the Excel dataset:</a:t>
            </a:r>
          </a:p>
        </p:txBody>
      </p:sp>
    </p:spTree>
    <p:extLst>
      <p:ext uri="{BB962C8B-B14F-4D97-AF65-F5344CB8AC3E}">
        <p14:creationId xmlns:p14="http://schemas.microsoft.com/office/powerpoint/2010/main" val="313446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DA36C-079A-8320-EF71-5382B5D7C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 /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E287B7-A308-EB72-7A66-0070FFDFFC33}"/>
              </a:ext>
            </a:extLst>
          </p:cNvPr>
          <p:cNvSpPr txBox="1"/>
          <p:nvPr/>
        </p:nvSpPr>
        <p:spPr>
          <a:xfrm>
            <a:off x="1097280" y="2389239"/>
            <a:ext cx="10058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Dataset → Preprocessing → Sentiment Analysis → Insight Generation → Chatbot → Dashboard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Technologies Used: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Python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Pandas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TextBlob</a:t>
            </a:r>
            <a:r>
              <a:rPr lang="en-IN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NLTK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Tkinter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9879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380D-4D69-C4AA-7B6F-897C2EB78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Sentiment Analysis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5946F-B809-3B17-634C-8BBD507E04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203814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NLP Sentiment Classification</a:t>
            </a:r>
          </a:p>
          <a:p>
            <a:r>
              <a:rPr lang="en-US" dirty="0"/>
              <a:t>The system classifies reviews into: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Positive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Negative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Neutral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79809-B8FC-B2AA-1BFC-55DADE8AE6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Method Used: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TextBlob</a:t>
            </a:r>
            <a:r>
              <a:rPr lang="en-US" dirty="0"/>
              <a:t> polarity analysis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Rule-based classification </a:t>
            </a:r>
          </a:p>
          <a:p>
            <a:r>
              <a:rPr lang="en-US" b="1" dirty="0"/>
              <a:t>Features: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Sentiment score generation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Trend analysis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Accuracy validation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67B1C5-858B-7449-8238-2BF89342D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257" y="3994997"/>
            <a:ext cx="2784329" cy="21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276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934D1-7EC5-9644-7856-18B3B18A3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Chatbot &amp; BI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85788-1219-BCDE-64B0-C669268EC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Business Intelligence Chatbot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BE92B-BF52-20A9-9690-80A82DA19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793682"/>
            <a:ext cx="4639736" cy="291082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chatbot answers: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Overall sentiment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Top complaints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Customer satisfaction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Product performance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Predictive trends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Business recommendations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A935EB-A5BB-90FC-424C-AF3339549D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Additional Features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723B54-499F-704C-6A14-84D72675FD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5944" y="2793681"/>
            <a:ext cx="4639736" cy="1158887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Why-analysis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Predictive forecasting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Actionable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8179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2B2675BE-F07C-A54C-C7A1-91CDA319026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255" b="2255"/>
          <a:stretch>
            <a:fillRect/>
          </a:stretch>
        </p:blipFill>
        <p:spPr>
          <a:xfrm>
            <a:off x="0" y="0"/>
            <a:ext cx="12192000" cy="6184900"/>
          </a:xfrm>
          <a:prstGeom prst="rect">
            <a:avLst/>
          </a:prstGeom>
          <a:solidFill>
            <a:prstClr val="white">
              <a:lumMod val="85000"/>
            </a:prstClr>
          </a:soli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E10DF-846B-987B-0AE1-15F0F2913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26776" y="6361471"/>
            <a:ext cx="10113264" cy="307258"/>
          </a:xfrm>
        </p:spPr>
        <p:txBody>
          <a:bodyPr/>
          <a:lstStyle/>
          <a:p>
            <a:pPr algn="ctr"/>
            <a:r>
              <a:rPr lang="en-IN" dirty="0"/>
              <a:t>Snap of the chatbot screen</a:t>
            </a:r>
          </a:p>
        </p:txBody>
      </p:sp>
    </p:spTree>
    <p:extLst>
      <p:ext uri="{BB962C8B-B14F-4D97-AF65-F5344CB8AC3E}">
        <p14:creationId xmlns:p14="http://schemas.microsoft.com/office/powerpoint/2010/main" val="961253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22D1-C8D3-4F0C-4209-37F1FE54D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C41DA-D4F6-67C6-9E79-09D90FD9A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Dashboard 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1474D-E4E0-614D-9902-9C882B5BD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85771" y="2773253"/>
            <a:ext cx="4639736" cy="2910821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KPI cards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Sentiment distribution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Trend analysis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Product analysis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Rating distribution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Business insight panel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3606E-30E1-9DE3-9939-5EB74179FE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1" dirty="0"/>
              <a:t>KPI’s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D1C27-B02D-C81B-5BF1-816F1D340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5944" y="2793682"/>
            <a:ext cx="4639736" cy="2910821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Positive %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Negative %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CSAT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Average Rating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8629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0C55DB4-874F-43F1-AFD2-BA1211D0816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691" r="1691"/>
          <a:stretch>
            <a:fillRect/>
          </a:stretch>
        </p:blipFill>
        <p:spPr>
          <a:xfrm>
            <a:off x="0" y="0"/>
            <a:ext cx="12192000" cy="6194425"/>
          </a:xfrm>
          <a:prstGeom prst="rect">
            <a:avLst/>
          </a:prstGeom>
          <a:solidFill>
            <a:prstClr val="white">
              <a:lumMod val="85000"/>
            </a:prstClr>
          </a:soli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3596F-D472-A5BC-BCCB-8BBB5A1B7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6361471"/>
            <a:ext cx="10113264" cy="307258"/>
          </a:xfrm>
        </p:spPr>
        <p:txBody>
          <a:bodyPr/>
          <a:lstStyle/>
          <a:p>
            <a:pPr algn="ctr"/>
            <a:r>
              <a:rPr lang="en-IN" dirty="0"/>
              <a:t>Snap of the dashboard</a:t>
            </a:r>
          </a:p>
        </p:txBody>
      </p:sp>
    </p:spTree>
    <p:extLst>
      <p:ext uri="{BB962C8B-B14F-4D97-AF65-F5344CB8AC3E}">
        <p14:creationId xmlns:p14="http://schemas.microsoft.com/office/powerpoint/2010/main" val="801721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6DF62-02B8-74EB-7B38-5E7365AB8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 &amp;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B1F40A-B4A4-3357-7205-13F726EC0944}"/>
              </a:ext>
            </a:extLst>
          </p:cNvPr>
          <p:cNvSpPr txBox="1"/>
          <p:nvPr/>
        </p:nvSpPr>
        <p:spPr>
          <a:xfrm>
            <a:off x="1179871" y="2231923"/>
            <a:ext cx="99758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Findings: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Majority of reviews are positive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Main complaints: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Quality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Delivery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Packaging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Strong customer satisfaction observed </a:t>
            </a:r>
          </a:p>
          <a:p>
            <a:endParaRPr lang="en-US" b="1" dirty="0"/>
          </a:p>
          <a:p>
            <a:r>
              <a:rPr lang="en-US" b="1" dirty="0"/>
              <a:t>Trend Analysis: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periods show increased negative sentiment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Forecasting indicates future improvement/risk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3317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1CC04-D425-0880-AEEF-12BB15027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E909D-1119-697C-8329-A4EFD02A90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Recommendations: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Improve product quality control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Optimize delivery logistics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Reduce packaging issues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Use positive reviews in marketing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Monitor sentiment continuously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22636-6FCD-46CB-75FD-78CCB46A0E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/>
              <a:t>Business Impact:</a:t>
            </a: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Increased customer satisfaction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Better retention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Improved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529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B4ED9-EDBA-0376-CD29-179C7FE22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C3C73-214A-BBBD-37B6-FB0C2744B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AI-powered BI Agent successfully: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Analyzes customer feedback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Generates actionable insights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Supports business decision-making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“AI transforms raw customer feedback into strategic business intelligence.”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1233154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{F0CC4F53-C2FE-411C-85F3-2D3A7FB4953C}TF427093bb-7ddc-497b-80f4-fe945bcee621ff7241c0_win32-add2936a5c77</Template>
  <TotalTime>41</TotalTime>
  <Words>338</Words>
  <Application>Microsoft Office PowerPoint</Application>
  <PresentationFormat>Widescreen</PresentationFormat>
  <Paragraphs>109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Bookman Old Style</vt:lpstr>
      <vt:lpstr>Calibri</vt:lpstr>
      <vt:lpstr>Franklin Gothic Book</vt:lpstr>
      <vt:lpstr>1_RetrospectVTI</vt:lpstr>
      <vt:lpstr>AI-Powered Business Intelligence Agent</vt:lpstr>
      <vt:lpstr>Problem Statement</vt:lpstr>
      <vt:lpstr>Dataset Description</vt:lpstr>
      <vt:lpstr>PowerPoint Presentation</vt:lpstr>
      <vt:lpstr>System Architecture / Workflow</vt:lpstr>
      <vt:lpstr>Sentiment Analysis Engine</vt:lpstr>
      <vt:lpstr>Chatbot &amp; BI Features</vt:lpstr>
      <vt:lpstr>PowerPoint Presentation</vt:lpstr>
      <vt:lpstr>Dashboard</vt:lpstr>
      <vt:lpstr>PowerPoint Presentation</vt:lpstr>
      <vt:lpstr>Key Insights &amp; Findings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Subash R</dc:creator>
  <cp:lastModifiedBy>Subash R</cp:lastModifiedBy>
  <cp:revision>1</cp:revision>
  <dcterms:created xsi:type="dcterms:W3CDTF">2026-05-07T04:42:44Z</dcterms:created>
  <dcterms:modified xsi:type="dcterms:W3CDTF">2026-05-07T05:24:02Z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